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50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0T18:19:20.168"/>
    </inkml:context>
    <inkml:brush xml:id="br0">
      <inkml:brushProperty name="width" value="0.5" units="cm"/>
      <inkml:brushProperty name="height" value="1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8742 0,'44979'-3848'0,"-81216"-1046"0,27495 13636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0T18:20:02.077"/>
    </inkml:context>
    <inkml:brush xml:id="br0">
      <inkml:brushProperty name="width" value="0.5" units="cm"/>
      <inkml:brushProperty name="height" value="1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1 0,'27690'335'0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20T18:20:03.616"/>
    </inkml:context>
    <inkml:brush xml:id="br0">
      <inkml:brushProperty name="width" value="0.5" units="cm"/>
      <inkml:brushProperty name="height" value="1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0 120,'0'1,"0"0,1-1,-1 1,0 0,0 0,1 0,-1-1,0 1,1 0,-1-1,1 1,-1 0,1-1,-1 1,1 0,-1-1,1 1,0-1,-1 1,1-1,0 0,-1 1,1-1,0 0,0 1,-1-1,2 0,25 6,-23-5,181 17,2787 197,-2127-221,315-55,0-34,247-17,1498 10,-883 126,-1426 1,768 23,701-81,-198-1,-930 51,-78 21,-91 6,-83-3,-77-2,-76-6,-80-10,-81-11,-87-9,-232-3,22 1,113-14,-181 12,-1 1,0-1,1-1,-1 1,0-1,0 0,7-4,-11 6,-1 0,1-1,-1 1,1-1,0 0,-1 1,1-1,-1 1,1-1,-1 0,0 0,1 1,-1-1,0 0,1 0,-1 1,0-1,0 0,0 0,0 1,1-3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20T18:20:04.938"/>
    </inkml:context>
    <inkml:brush xml:id="br0">
      <inkml:brushProperty name="width" value="0.5" units="cm"/>
      <inkml:brushProperty name="height" value="1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1 105,'601'0,"-164"-2,271-14,351-22,-946 34,1243-40,527 44,349 62,254 51,7892 607,-8189-534,-340-36,-356-43,-334-41,-284-30,-230-23,-187-12,-154-7,-25-11,-265 15,-1 0,0-2,-1 1,1-2,-1 0,0 0,21-13,-14 8,11-6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20T18:20:06.796"/>
    </inkml:context>
    <inkml:brush xml:id="br0">
      <inkml:brushProperty name="width" value="0.5" units="cm"/>
      <inkml:brushProperty name="height" value="1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1,'106'5,"-32"1,321 32,-49 12,121 23,133 12,119-3,84-8,70-6,96-11,118-21,139-37,133-33,-1114 26,998-26,385 20,1887 122,6 123,-3518-231,1638 120,-103-35,-94-49,-104-54,-121-42,-127-32,-135-15,-131 0,-109 5,-97 12,-88 18,-72 23,-66 19,-70 15,440 22,-737-4,-21-1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20T18:20:22.669"/>
    </inkml:context>
    <inkml:brush xml:id="br0">
      <inkml:brushProperty name="width" value="0.5" units="cm"/>
      <inkml:brushProperty name="height" value="1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1164,'430'0,"-397"-1,-1-2,1-1,0-1,33-11,128-48,-102 31,1542-511,-599 262,25 111,350 131,-1095 55,356 66,203 44,1042 149,-1742-254,857 94,5-38,124-52,-6-30,-487 0,522 5,-874-22,-103 4,105 7,95-6,-380 15,732-46,5 41,294 28,-350-33,-111 1,421-17,263-1,-930 45,14 0,1346-17,-1686 5,0 0,-1 2,1 2,-1 0,52 22,34 8,-81-28,-1 2,0 1,-1 1,35 21,-64-33,-1 1,1-1,0 1,-1 0,1-1,-1 1,0 0,0 0,0 1,0-1,0 0,0 1,0-1,-1 1,0-1,1 1,-1 0,0 0,0 0,0-1,-1 1,1 0,-1 0,1 0,-1 0,0 0,0 0,0 0,-1 0,1 0,-1 0,0 0,1 0,-1 0,-1 0,1-1,0 1,-1 0,-2 4,-5 7,-1 0,0 0,-1-1,0-1,-1 0,-1 0,0-1,-14 9,-13 6,-67 33,89-49,1 1,0 1,1 1,-24 23,-1 1,29-29,0-1,0 0,-1-1,1 0,-1-1,-1 0,1-1,-23 4,-37 13,24-3,0-2,-1-3,0-1,-69 6,20-7,-121 6,-298-19,491 4,1 1,0 1,-46 13,38-9,-56 8,-491 16,-427-28,537-7,397 4,-141 20,56 6,-251 10,343-33,-94 19,-44 3,8-21,-152 14,-40 12,1-29,53 11,116-1,-293-38,104-2,-282 50,46 13,89-13,-16 15,-3-37,236-3,-812 3,949-15,91 4,-305-19,-23-38,138 17,68 3,12 1,13 9,112 17,-122-9,36 23,-129-13,210 7,-241-38,58-10,-298-56,229 81,-3 26,-144-11,272-2,-349-15,74 40,422 3,0 3,-149 35,66-9,-155 14,159-12,102-22,-73 11,-302 33,278-35,28-3,-147 3,107-23,-158 9,-427 10,508-21,-889 1,733-25,104 3,154 19,-264 28,397-22,13-1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20T18:20:24.201"/>
    </inkml:context>
    <inkml:brush xml:id="br0">
      <inkml:brushProperty name="width" value="0.5" units="cm"/>
      <inkml:brushProperty name="height" value="1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20933 1559,'-177'10,"13"1,-24-8,-88-8,-121-12,-152-6,-180 1,-222-2,-246-25,-225-40,-181-40,-151-36,-1285-157,-1150-109,2789 315,278 32,282 28,270 23,204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20T18:20:28.074"/>
    </inkml:context>
    <inkml:brush xml:id="br0">
      <inkml:brushProperty name="width" value="0.5" units="cm"/>
      <inkml:brushProperty name="height" value="1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3871 1863,'295'-12,"127"-9,4 36,367 64,-612-57,2525 341,-1676-182,191 26,-1158-199,474 56,6-42,1044-90,-1342 49,932-56,-965 67,604-31,-1-57,-622 67,261-4,197 34,-496 2,-54-2,617 1,-5-55,199-124,-708 132,4-1,447-92,3 42,-412 81,436 29,-62 20,310-23,-573-13,1612-48,-1822 46,-75 4,89-12,82-17,-81 12,86-28,-182 36,46-6,129-1,238 18,-470-2,0 0,-1 1,1-1,0 2,0-1,-1 1,1 1,9 4,-15-6,-1 0,1 1,-1-1,0 1,0 0,1 0,-1 0,0 0,0 0,-1 0,1 1,0-1,-1 1,0-1,1 1,-1-1,0 1,0 0,-1-1,1 1,0 0,-1 0,0 0,0 0,0-1,0 1,0 0,-1 5,-2 5,0 0,0-1,-1 1,-1-1,0 0,-1-1,0 1,-1-1,0 0,-12 14,-13 12,-51 46,82-81,-106 96,-234 166,263-214,-2-3,-2-4,-2-4,-111 36,57-33,-1-6,-2-7,-2-5,-248 8,96-33,-1086-60,1196 50,-925-66,895 45,12 1,129 25,-145-21,82 0,-947-180,689 135,-68-11,-65-5,-62 4,-62 10,479 55,-2672-322,2647 313,-1228-168,-4 49,177 87,5 84,427 39,-47 2,5-43,450-37,58-13,-95-37,334 39,-198-71,285 85,0 1,0 2,-1 1,0 2,-40-5,-286-29,183 17,-1419-199,688 69,-1878-308,2399 401,101 11,-8-7,260 49,25 6,13 4,3 0,144 50,61 18,-7-18,2-9,243 17,-336-52,327 34,-155-2,481 63,130 26,1 27,-407-69,908 199,-634-122,24-30,5-74,47-82,-10-91,847-275,-1500 342,616-136,12 58,-4 83,3 47,-468-1,62-9,0-17,484-88,-185-24,34-6,10 44,549 76,-919 34,193 2,-465-19,474 12,464 84,211 13,302-99,-809-37,404-2,-1148 30,-4 1,-9-1,-18 0,-4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0T18:20:32.888"/>
    </inkml:context>
    <inkml:brush xml:id="br0">
      <inkml:brushProperty name="width" value="0.5" units="cm"/>
      <inkml:brushProperty name="height" value="1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36076 5938 0,'36078'-5937'0,"-108232"5937"0,108230 5937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20T18:20:35.697"/>
    </inkml:context>
    <inkml:brush xml:id="br0">
      <inkml:brushProperty name="width" value="0.5" units="cm"/>
      <inkml:brushProperty name="height" value="1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1581,'19'-1,"1"-2,-1 0,0-1,0-1,0-1,33-16,-26 12,222-92,239-87,-129 80,821-200,1249-159,-552 245,-1121 169,77 13,60 14,565 22,7 33,466 46,5 77,-637-7,124 12,-2-39,-181-69,3-31,-1007-15,1419 53,-472-10,629-25,-756-14,-518 6,-71 5,-82 4,-89-1,45 6,-265-18,-64-5,-41-2,-70-3,46 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20T18:20:36.802"/>
    </inkml:context>
    <inkml:brush xml:id="br0">
      <inkml:brushProperty name="width" value="0.5" units="cm"/>
      <inkml:brushProperty name="height" value="1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1566,'160'-93,"-99"56,1 2,71-29,65-4,83-16,91-14,79-6,64-7,58 0,65-4,85 1,83-1,705-64,6 67,1528 87,-1429 100,1008 29,-828-16,-868-1,651 56,392-94,2-174,-1031 9,0-25,-196 28,-415 66,88-24,-326 50,-48 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20T18:20:38.778"/>
    </inkml:context>
    <inkml:brush xml:id="br0">
      <inkml:brushProperty name="width" value="0.5" units="cm"/>
      <inkml:brushProperty name="height" value="1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1,'1005'29,"-663"2,85 10,92 1,84-8,79-9,1567 1,-1291-21,804 51,-18 130,-1379-127,1016 140,-681-141,2-31,1071-94,-708-51,-26 3,-4 40,1876 107,-2756-21,1860 123,1063 78,-2366-158,-72-20,-78-33,-87-28,-93-12,-88-6,199-77,-333 76,-123 37,0 0,0 3,0 1,48 0,-85 5,0 0,0 0,-1 0,1 0,0 0,0 0,0 0,0 0,0 0,0 0,0 0,0 0,-1 0,1 0,0 0,0 0,0 1,0-1,0 0,0 0,0 0,0 0,0 0,0 0,0 0,-1 0,1 0,0 1,0-1,0 0,0 0,0 0,0 0,0 0,0 0,0 0,0 1,0-1,0 0,0 0,0 0,0 0,0 0,0 0,0 0,1 1,-1-1,0 0,0 0,0 0,0 0,0 0,0 0,0 0,0 0,0 0,0 1,0-1,1 0,-1 0,0 0,0 0,0 0,0 0,0 0,-13 11,7-7,-13 10,-21 16,-46 26,-62 20,-241 88,319-137,-236 88,-74 10,-93 12,-84 6,-314 62,-293 71,376-77,-986 207,-22-106,-314-78,1498-164,-85 12,-1133 97,407-128,6-110,119-52,354 31,49 33,-1074 66,1590 12,-752 32,-4-26,1039-25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20T18:20:39.694"/>
    </inkml:context>
    <inkml:brush xml:id="br0">
      <inkml:brushProperty name="width" value="0.5" units="cm"/>
      <inkml:brushProperty name="height" value="1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0 865,'66'-9,"-18"4,604-81,527-9,891-40,-946 65,-291 22,-80-6,929-48,11 73,679 107,-1974-61,971 50,755 27,-217-67,-1-30,-1772 2,1846 38,-1422-15,-57-4,978 9,-7-27,-776-2,470-21,-816-1,449-89,-477 33,-269 62,0-2,-2-2,84-50,-10-11,33-20,-112 74,-11 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20T18:20:42.542"/>
    </inkml:context>
    <inkml:brush xml:id="br0">
      <inkml:brushProperty name="width" value="0.5" units="cm"/>
      <inkml:brushProperty name="height" value="1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1446 1475,'31'-28,"2"2,0 1,2 1,1 3,0 0,2 3,71-26,3 10,176-30,21 13,1419-184,-896 129,153-8,-492 60,861-33,-1 84,1868 146,-1552-51,-5-81,-288-109,-940 37,655-70,-501 100,1 26,-1 25,989 163,-444 52,-353-66,2-38,-699-122,-64-5,-38-1,6-1,-81 8,-1-3,0-5,-104-10,-281-53,321 38,-303-44,-124-17,-134-11,-183-3,-227 2,-225 23,-202 27,-164 16,-1544-73,-17-51,1069 48,812 47,204 19,220 17,210 11,184 9,147 4,118 2,-276 9,547-13,-1-1,1-2,0-3,-45-11,68 11,18 1,6 5,0 0,1 1,-1-1,0 0,0 1,1 0,-1 0,0-1,1 2,-1-1,5 0,497 51,-268-23,68 3,80-2,78-6,61-5,60 5,80 3,92 11,124 26,180 36,213 32,212 2,181-14,144-37,119-67,1587-100,-1502 26,-2 30,-401 41,-158 16,-166-7,-172-28,-201-18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20T18:20:59.798"/>
    </inkml:context>
    <inkml:brush xml:id="br0">
      <inkml:brushProperty name="width" value="0.5" units="cm"/>
      <inkml:brushProperty name="height" value="1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20T18:21:00.295"/>
    </inkml:context>
    <inkml:brush xml:id="br0">
      <inkml:brushProperty name="width" value="0.5" units="cm"/>
      <inkml:brushProperty name="height" value="1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20T18:21:00.714"/>
    </inkml:context>
    <inkml:brush xml:id="br0">
      <inkml:brushProperty name="width" value="0.5" units="cm"/>
      <inkml:brushProperty name="height" value="1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9.png"/><Relationship Id="rId26" Type="http://schemas.openxmlformats.org/officeDocument/2006/relationships/image" Target="../media/image13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34" Type="http://schemas.openxmlformats.org/officeDocument/2006/relationships/customXml" Target="../ink/ink17.xml"/><Relationship Id="rId7" Type="http://schemas.openxmlformats.org/officeDocument/2006/relationships/customXml" Target="../ink/ink3.xml"/><Relationship Id="rId12" Type="http://schemas.openxmlformats.org/officeDocument/2006/relationships/image" Target="../media/image6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29" Type="http://schemas.openxmlformats.org/officeDocument/2006/relationships/customXml" Target="../ink/ink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customXml" Target="../ink/ink5.xml"/><Relationship Id="rId24" Type="http://schemas.openxmlformats.org/officeDocument/2006/relationships/image" Target="../media/image12.png"/><Relationship Id="rId32" Type="http://schemas.openxmlformats.org/officeDocument/2006/relationships/image" Target="../media/image16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4.png"/><Relationship Id="rId10" Type="http://schemas.openxmlformats.org/officeDocument/2006/relationships/image" Target="../media/image5.png"/><Relationship Id="rId19" Type="http://schemas.openxmlformats.org/officeDocument/2006/relationships/customXml" Target="../ink/ink9.xml"/><Relationship Id="rId31" Type="http://schemas.openxmlformats.org/officeDocument/2006/relationships/customXml" Target="../ink/ink15.xml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image" Target="../media/image7.png"/><Relationship Id="rId22" Type="http://schemas.openxmlformats.org/officeDocument/2006/relationships/image" Target="../media/image11.png"/><Relationship Id="rId27" Type="http://schemas.openxmlformats.org/officeDocument/2006/relationships/customXml" Target="../ink/ink13.xml"/><Relationship Id="rId30" Type="http://schemas.openxmlformats.org/officeDocument/2006/relationships/image" Target="../media/image15.png"/><Relationship Id="rId8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(4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12" y="468015"/>
            <a:ext cx="4238688" cy="18492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C34A6E-44F9-8306-0431-B8D7016106E8}"/>
              </a:ext>
            </a:extLst>
          </p:cNvPr>
          <p:cNvSpPr txBox="1"/>
          <p:nvPr/>
        </p:nvSpPr>
        <p:spPr>
          <a:xfrm>
            <a:off x="121301" y="3298040"/>
            <a:ext cx="866873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/>
              <a:t>Team Name(Solo): </a:t>
            </a:r>
            <a:r>
              <a:rPr lang="en-IN" sz="2400" dirty="0"/>
              <a:t>The Raven</a:t>
            </a:r>
          </a:p>
          <a:p>
            <a:r>
              <a:rPr lang="en-IN" sz="2400" b="1" dirty="0"/>
              <a:t>Team Member Name</a:t>
            </a:r>
            <a:r>
              <a:rPr lang="en-IN" sz="2400" dirty="0"/>
              <a:t>: Srinidhi </a:t>
            </a:r>
            <a:r>
              <a:rPr lang="en-IN" sz="2400" dirty="0" err="1"/>
              <a:t>Sadhanala</a:t>
            </a:r>
            <a:endParaRPr lang="en-IN" sz="2400" dirty="0"/>
          </a:p>
          <a:p>
            <a:r>
              <a:rPr lang="en-IN" sz="2400" b="1" dirty="0"/>
              <a:t>Problem Statement</a:t>
            </a:r>
            <a:r>
              <a:rPr lang="en-IN" sz="2400" dirty="0"/>
              <a:t>: How can AI-driven parking intelligence detect illegal parking hotspots and quantify their impact on traffic flow to enable targeted enforcement?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85DB99B-0495-A71C-1C02-2F4A11234154}"/>
                  </a:ext>
                </a:extLst>
              </p14:cNvPr>
              <p14:cNvContentPartPr/>
              <p14:nvPr/>
            </p14:nvContentPartPr>
            <p14:xfrm rot="275400">
              <a:off x="-3396477" y="-172445"/>
              <a:ext cx="16191814" cy="3147226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85DB99B-0495-A71C-1C02-2F4A1123415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 rot="275400">
                <a:off x="-3486112" y="-352430"/>
                <a:ext cx="16371443" cy="35068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6D1EEA52-18E9-9E49-B08F-3576E4C95BE1}"/>
                  </a:ext>
                </a:extLst>
              </p14:cNvPr>
              <p14:cNvContentPartPr/>
              <p14:nvPr/>
            </p14:nvContentPartPr>
            <p14:xfrm>
              <a:off x="-532764" y="1999100"/>
              <a:ext cx="9968760" cy="1209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6D1EEA52-18E9-9E49-B08F-3576E4C95BE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622764" y="1819460"/>
                <a:ext cx="10148400" cy="48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8D01E3A1-733A-52AA-D465-C53E31606F58}"/>
                  </a:ext>
                </a:extLst>
              </p14:cNvPr>
              <p14:cNvContentPartPr/>
              <p14:nvPr/>
            </p14:nvContentPartPr>
            <p14:xfrm>
              <a:off x="-200844" y="1494020"/>
              <a:ext cx="8805960" cy="1357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8D01E3A1-733A-52AA-D465-C53E31606F5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290844" y="1314020"/>
                <a:ext cx="8985600" cy="49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5A3D359D-6F67-9922-486A-49D0C4D98290}"/>
                  </a:ext>
                </a:extLst>
              </p14:cNvPr>
              <p14:cNvContentPartPr/>
              <p14:nvPr/>
            </p14:nvContentPartPr>
            <p14:xfrm>
              <a:off x="-1065564" y="896420"/>
              <a:ext cx="11043720" cy="5238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5A3D359D-6F67-9922-486A-49D0C4D9829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1155204" y="716780"/>
                <a:ext cx="11223360" cy="88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40F73F87-76E8-184D-0DA0-599EA8137E7B}"/>
                  </a:ext>
                </a:extLst>
              </p14:cNvPr>
              <p14:cNvContentPartPr/>
              <p14:nvPr/>
            </p14:nvContentPartPr>
            <p14:xfrm>
              <a:off x="-150804" y="291260"/>
              <a:ext cx="11909520" cy="3830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40F73F87-76E8-184D-0DA0-599EA8137E7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-240444" y="111620"/>
                <a:ext cx="12089160" cy="74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81C915E2-DA07-B4D2-0526-62B1107DCAB2}"/>
                  </a:ext>
                </a:extLst>
              </p14:cNvPr>
              <p14:cNvContentPartPr/>
              <p14:nvPr/>
            </p14:nvContentPartPr>
            <p14:xfrm>
              <a:off x="-321444" y="1369820"/>
              <a:ext cx="9639000" cy="6109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81C915E2-DA07-B4D2-0526-62B1107DCAB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-411444" y="1190180"/>
                <a:ext cx="9818640" cy="9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DBC05D53-032B-8EDC-80A7-233E7E9FBEA5}"/>
                  </a:ext>
                </a:extLst>
              </p14:cNvPr>
              <p14:cNvContentPartPr/>
              <p14:nvPr/>
            </p14:nvContentPartPr>
            <p14:xfrm>
              <a:off x="-341244" y="1197380"/>
              <a:ext cx="7535880" cy="56988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DBC05D53-032B-8EDC-80A7-233E7E9FBEA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-431244" y="1017740"/>
                <a:ext cx="7715520" cy="92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22DF07E1-566A-61AC-DAF5-920D7E0978B8}"/>
                  </a:ext>
                </a:extLst>
              </p14:cNvPr>
              <p14:cNvContentPartPr/>
              <p14:nvPr/>
            </p14:nvContentPartPr>
            <p14:xfrm>
              <a:off x="-1122084" y="334460"/>
              <a:ext cx="10592280" cy="102924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22DF07E1-566A-61AC-DAF5-920D7E0978B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-1212084" y="154460"/>
                <a:ext cx="10771920" cy="138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B4028050-190C-5A8E-449C-01A153CCBA24}"/>
                  </a:ext>
                </a:extLst>
              </p14:cNvPr>
              <p14:cNvContentPartPr/>
              <p14:nvPr/>
            </p14:nvContentPartPr>
            <p14:xfrm rot="-10063193">
              <a:off x="-6351675" y="-514222"/>
              <a:ext cx="25976262" cy="2138364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B4028050-190C-5A8E-449C-01A153CCBA24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 rot="-10063193">
                <a:off x="-6441677" y="-693919"/>
                <a:ext cx="26155905" cy="24981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7167D200-5041-369B-F4C3-68A99A2B37F7}"/>
                  </a:ext>
                </a:extLst>
              </p14:cNvPr>
              <p14:cNvContentPartPr/>
              <p14:nvPr/>
            </p14:nvContentPartPr>
            <p14:xfrm>
              <a:off x="-572724" y="-147220"/>
              <a:ext cx="11052720" cy="5695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7167D200-5041-369B-F4C3-68A99A2B37F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-662364" y="-327220"/>
                <a:ext cx="11232360" cy="9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CC74C190-F547-7B20-2BF6-6E9004274F38}"/>
                  </a:ext>
                </a:extLst>
              </p14:cNvPr>
              <p14:cNvContentPartPr/>
              <p14:nvPr/>
            </p14:nvContentPartPr>
            <p14:xfrm>
              <a:off x="-1366884" y="200180"/>
              <a:ext cx="9738720" cy="5641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CC74C190-F547-7B20-2BF6-6E9004274F38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-1456884" y="20180"/>
                <a:ext cx="9918360" cy="9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C612DD75-A217-B00F-6D5B-53814FFEEAEB}"/>
                  </a:ext>
                </a:extLst>
              </p14:cNvPr>
              <p14:cNvContentPartPr/>
              <p14:nvPr/>
            </p14:nvContentPartPr>
            <p14:xfrm>
              <a:off x="-1105164" y="221060"/>
              <a:ext cx="10966320" cy="12448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C612DD75-A217-B00F-6D5B-53814FFEEAEB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-1195164" y="41420"/>
                <a:ext cx="11145960" cy="160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3790BA2E-AAC4-7B68-ADF6-68ADEC8DC913}"/>
                  </a:ext>
                </a:extLst>
              </p14:cNvPr>
              <p14:cNvContentPartPr/>
              <p14:nvPr/>
            </p14:nvContentPartPr>
            <p14:xfrm>
              <a:off x="-1034964" y="532820"/>
              <a:ext cx="10904400" cy="3114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3790BA2E-AAC4-7B68-ADF6-68ADEC8DC913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-1124964" y="353180"/>
                <a:ext cx="11084040" cy="67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3D9FB113-670B-1672-EA33-50F8986AA4AF}"/>
                  </a:ext>
                </a:extLst>
              </p14:cNvPr>
              <p14:cNvContentPartPr/>
              <p14:nvPr/>
            </p14:nvContentPartPr>
            <p14:xfrm>
              <a:off x="-1947564" y="1820"/>
              <a:ext cx="10244520" cy="5310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3D9FB113-670B-1672-EA33-50F8986AA4AF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-2037204" y="-178180"/>
                <a:ext cx="10424160" cy="89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BDB0BA12-C20F-3D13-9F73-22A2A64A066B}"/>
                  </a:ext>
                </a:extLst>
              </p14:cNvPr>
              <p14:cNvContentPartPr/>
              <p14:nvPr/>
            </p14:nvContentPartPr>
            <p14:xfrm>
              <a:off x="11143476" y="4411100"/>
              <a:ext cx="360" cy="3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BDB0BA12-C20F-3D13-9F73-22A2A64A066B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1053836" y="4231100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CB632FE6-542F-6A1E-5B3C-D03BABE309B9}"/>
                  </a:ext>
                </a:extLst>
              </p14:cNvPr>
              <p14:cNvContentPartPr/>
              <p14:nvPr/>
            </p14:nvContentPartPr>
            <p14:xfrm>
              <a:off x="11073276" y="4360700"/>
              <a:ext cx="360" cy="3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CB632FE6-542F-6A1E-5B3C-D03BABE309B9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0983276" y="4180700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C4C73911-B7AE-B9F6-829D-A84A63E7EE08}"/>
                  </a:ext>
                </a:extLst>
              </p14:cNvPr>
              <p14:cNvContentPartPr/>
              <p14:nvPr/>
            </p14:nvContentPartPr>
            <p14:xfrm>
              <a:off x="11073276" y="4360700"/>
              <a:ext cx="360" cy="3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C4C73911-B7AE-B9F6-829D-A84A63E7EE08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0983276" y="4180700"/>
                <a:ext cx="180000" cy="360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56387"/>
            <a:ext cx="8229600" cy="3569776"/>
          </a:xfrm>
        </p:spPr>
        <p:txBody>
          <a:bodyPr/>
          <a:lstStyle/>
          <a:p>
            <a:r>
              <a:rPr dirty="0"/>
              <a:t>Illegal parking causes bottlenecks, delays, reduced road capacity, and reactive enforcement.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Current Enforcement Fails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Violations are detected, but congestion impact is not quantified.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ParkSight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Illegal Parking → Hotspot Detection → CIS → Priority Ranking → Enforcement Recommendation → Impact Simulation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Innovation: CIS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Congestion Impact Score prioritizes locations by traffic impact, not violation count.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Multi-Layer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Operations • Congestion • Enforcement • Impact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Tow Immediately • Deploy Officers • Monitor</a:t>
            </a:r>
          </a:p>
          <a:p>
            <a:r>
              <a:t>Based on hotspot severity and CIS.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Show map layers, hotspot drill-down, AI Focus Mode, and recommendations.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MapMyIndia Routing • Live Traffic APIs • Predictive Congestion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ParkSight — Built for Gridlock Hackathon</a:t>
            </a:r>
          </a:p>
        </p:txBody>
      </p:sp>
      <p:pic>
        <p:nvPicPr>
          <p:cNvPr id="4" name="Picture 3" descr="image(4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2926080" cy="117162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163</Words>
  <Application>Microsoft Office PowerPoint</Application>
  <PresentationFormat>On-screen Show (4:3)</PresentationFormat>
  <Paragraphs>22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Problem</vt:lpstr>
      <vt:lpstr>Why Current Enforcement Fails</vt:lpstr>
      <vt:lpstr>ParkSight Solution</vt:lpstr>
      <vt:lpstr>Core Innovation: CIS</vt:lpstr>
      <vt:lpstr>Multi-Layer Intelligence</vt:lpstr>
      <vt:lpstr>AI Recommendations</vt:lpstr>
      <vt:lpstr>Live Demo</vt:lpstr>
      <vt:lpstr>Future Scope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SRINIDHI SADHANALA</dc:creator>
  <cp:keywords/>
  <dc:description>generated using python-pptx</dc:description>
  <cp:lastModifiedBy>SRINIDHI SADHANALA</cp:lastModifiedBy>
  <cp:revision>2</cp:revision>
  <dcterms:created xsi:type="dcterms:W3CDTF">2013-01-27T09:14:16Z</dcterms:created>
  <dcterms:modified xsi:type="dcterms:W3CDTF">2026-06-21T11:25:30Z</dcterms:modified>
  <cp:category/>
</cp:coreProperties>
</file>